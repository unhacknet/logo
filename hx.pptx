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8999538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A90B"/>
    <a:srgbClr val="EF8707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>
        <p:scale>
          <a:sx n="66" d="100"/>
          <a:sy n="66" d="100"/>
        </p:scale>
        <p:origin x="18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AD9C1-334D-43D1-9BC5-E02054AAE0BC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379C6-7626-416F-B76D-D6C0DE9C3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3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379C6-7626-416F-B76D-D6C0DE9C332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915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472842"/>
            <a:ext cx="7649607" cy="3133172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4726842"/>
            <a:ext cx="6749654" cy="2172804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02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00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2243638"/>
            <a:ext cx="7762102" cy="3743557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6022610"/>
            <a:ext cx="7762102" cy="1968648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82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82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06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2395710"/>
            <a:ext cx="3824804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2395710"/>
            <a:ext cx="3824804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16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479144"/>
            <a:ext cx="7762102" cy="1739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2206137"/>
            <a:ext cx="3807226" cy="1081194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3287331"/>
            <a:ext cx="3807226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2206137"/>
            <a:ext cx="3825976" cy="1081194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3287331"/>
            <a:ext cx="3825976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8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323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929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599969"/>
            <a:ext cx="2902585" cy="2099892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295769"/>
            <a:ext cx="4556016" cy="6395505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699862"/>
            <a:ext cx="2902585" cy="5001827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80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599969"/>
            <a:ext cx="2902585" cy="2099892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295769"/>
            <a:ext cx="4556016" cy="6395505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699862"/>
            <a:ext cx="2902585" cy="5001827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64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01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479142"/>
            <a:ext cx="1940525" cy="762669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479142"/>
            <a:ext cx="5709082" cy="762669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65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rgbClr val="EF8707"/>
          </a:fgClr>
          <a:bgClr>
            <a:srgbClr val="F3A90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479144"/>
            <a:ext cx="7762102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2395710"/>
            <a:ext cx="7762102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8341240"/>
            <a:ext cx="202489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6CADB7-1E3A-480D-B6B1-AD8EACF902F3}" type="datetimeFigureOut">
              <a:rPr lang="zh-CN" altLang="en-US" smtClean="0"/>
              <a:t>2025/12/21,Sunday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8341240"/>
            <a:ext cx="3037344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8341240"/>
            <a:ext cx="202489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FE1A6-A1C1-4B6C-9867-B03B9919E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689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rgbClr val="EF8707"/>
          </a:fgClr>
          <a:bgClr>
            <a:srgbClr val="F3A90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>
            <a:extLst>
              <a:ext uri="{FF2B5EF4-FFF2-40B4-BE49-F238E27FC236}">
                <a16:creationId xmlns:a16="http://schemas.microsoft.com/office/drawing/2014/main" id="{DE91A5C3-8916-038F-5836-669F91531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1016" y="4350839"/>
            <a:ext cx="6998522" cy="1641301"/>
          </a:xfrm>
        </p:spPr>
        <p:txBody>
          <a:bodyPr>
            <a:noAutofit/>
          </a:bodyPr>
          <a:lstStyle/>
          <a:p>
            <a:r>
              <a:rPr lang="en-US" altLang="zh-CN" sz="35000" dirty="0">
                <a:latin typeface="Fira Sans Bold" panose="020B0803050000020004" pitchFamily="34" charset="0"/>
                <a:ea typeface="Fira Sans Bold" panose="020B0803050000020004" pitchFamily="34" charset="0"/>
                <a:cs typeface="Arial" panose="020B0604020202020204" pitchFamily="34" charset="0"/>
              </a:rPr>
              <a:t>UH</a:t>
            </a:r>
            <a:endParaRPr lang="zh-CN" altLang="en-US" sz="35000" dirty="0">
              <a:latin typeface="Fira Sans Bold" panose="020B080305000002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493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464646"/>
      </a:dk1>
      <a:lt1>
        <a:sysClr val="window" lastClr="FCFCFC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464646"/>
      </a:dk1>
      <a:lt1>
        <a:sysClr val="window" lastClr="FCFCFC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2</Words>
  <Application>Microsoft Office PowerPoint</Application>
  <PresentationFormat>自定义</PresentationFormat>
  <Paragraphs>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Aptos</vt:lpstr>
      <vt:lpstr>Aptos Display</vt:lpstr>
      <vt:lpstr>Arial</vt:lpstr>
      <vt:lpstr>Fira Sans Bold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FBIKdot</dc:creator>
  <cp:lastModifiedBy>Bovine Beta</cp:lastModifiedBy>
  <cp:revision>2</cp:revision>
  <dcterms:created xsi:type="dcterms:W3CDTF">2025-12-21T03:15:55Z</dcterms:created>
  <dcterms:modified xsi:type="dcterms:W3CDTF">2025-12-21T03:29:26Z</dcterms:modified>
</cp:coreProperties>
</file>