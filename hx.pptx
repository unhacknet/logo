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8999538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A90B"/>
    <a:srgbClr val="EF8707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4660"/>
  </p:normalViewPr>
  <p:slideViewPr>
    <p:cSldViewPr snapToGrid="0">
      <p:cViewPr>
        <p:scale>
          <a:sx n="25" d="100"/>
          <a:sy n="25" d="100"/>
        </p:scale>
        <p:origin x="2976" y="12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F3A90B"/>
            </a:solidFill>
            <a:ln>
              <a:noFill/>
            </a:ln>
            <a:effectLst/>
          </c:spPr>
          <c:invertIfNegative val="0"/>
          <c:cat>
            <c:numRef>
              <c:f>Sheet1!$A$2:$A$14</c:f>
              <c:numCache>
                <c:formatCode>General</c:formatCode>
                <c:ptCount val="13"/>
              </c:numCache>
            </c:num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A5-4757-8093-BEABABB9F70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Sheet1!$A$2:$A$14</c:f>
              <c:numCache>
                <c:formatCode>General</c:formatCode>
                <c:ptCount val="13"/>
              </c:numCache>
            </c:num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A5-4757-8093-BEABABB9F7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713109488"/>
        <c:axId val="713120528"/>
      </c:barChart>
      <c:catAx>
        <c:axId val="7131094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713120528"/>
        <c:crosses val="autoZero"/>
        <c:auto val="1"/>
        <c:lblAlgn val="ctr"/>
        <c:lblOffset val="100"/>
        <c:noMultiLvlLbl val="0"/>
      </c:catAx>
      <c:valAx>
        <c:axId val="71312052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713109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1AD9C1-334D-43D1-9BC5-E02054AAE0BC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379C6-7626-416F-B76D-D6C0DE9C332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354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7379C6-7626-416F-B76D-D6C0DE9C332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915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472842"/>
            <a:ext cx="7649607" cy="3133172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4726842"/>
            <a:ext cx="6749654" cy="2172804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602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300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243638"/>
            <a:ext cx="7762102" cy="3743557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6022610"/>
            <a:ext cx="7762102" cy="1968648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82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82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406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395710"/>
            <a:ext cx="3824804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395710"/>
            <a:ext cx="3824804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416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479144"/>
            <a:ext cx="7762102" cy="1739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206137"/>
            <a:ext cx="3807226" cy="1081194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287331"/>
            <a:ext cx="3807226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206137"/>
            <a:ext cx="3825976" cy="1081194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287331"/>
            <a:ext cx="3825976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058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4323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7929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599969"/>
            <a:ext cx="2902585" cy="2099892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295769"/>
            <a:ext cx="4556016" cy="6395505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699862"/>
            <a:ext cx="2902585" cy="500182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804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599969"/>
            <a:ext cx="2902585" cy="2099892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295769"/>
            <a:ext cx="4556016" cy="6395505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699862"/>
            <a:ext cx="2902585" cy="500182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64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4018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479142"/>
            <a:ext cx="1940525" cy="762669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479142"/>
            <a:ext cx="5709082" cy="762669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5657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479144"/>
            <a:ext cx="7762102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395710"/>
            <a:ext cx="7762102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8341240"/>
            <a:ext cx="20248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6CADB7-1E3A-480D-B6B1-AD8EACF902F3}" type="datetimeFigureOut">
              <a:rPr lang="zh-CN" altLang="en-US" smtClean="0"/>
              <a:t>2025/12/28,Sunday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8341240"/>
            <a:ext cx="3037344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8341240"/>
            <a:ext cx="20248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FE1A6-A1C1-4B6C-9867-B03B9919EFC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689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A84D5F13-023D-1F4B-B3A6-F54CF83E3F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8193310"/>
              </p:ext>
            </p:extLst>
          </p:nvPr>
        </p:nvGraphicFramePr>
        <p:xfrm>
          <a:off x="-2554429" y="-2569027"/>
          <a:ext cx="17799618" cy="151173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副标题 4">
            <a:extLst>
              <a:ext uri="{FF2B5EF4-FFF2-40B4-BE49-F238E27FC236}">
                <a16:creationId xmlns:a16="http://schemas.microsoft.com/office/drawing/2014/main" id="{DE91A5C3-8916-038F-5836-669F91531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1016" y="4350839"/>
            <a:ext cx="6998522" cy="1641301"/>
          </a:xfrm>
        </p:spPr>
        <p:txBody>
          <a:bodyPr>
            <a:noAutofit/>
          </a:bodyPr>
          <a:lstStyle/>
          <a:p>
            <a:r>
              <a:rPr lang="en-US" altLang="zh-CN" sz="35000" dirty="0">
                <a:latin typeface="Fira Sans Bold" panose="020B0803050000020004" pitchFamily="34" charset="0"/>
                <a:ea typeface="Fira Sans Bold" panose="020B0803050000020004" pitchFamily="34" charset="0"/>
                <a:cs typeface="Arial" panose="020B0604020202020204" pitchFamily="34" charset="0"/>
              </a:rPr>
              <a:t>UH</a:t>
            </a:r>
            <a:endParaRPr lang="zh-CN" altLang="en-US" sz="35000" dirty="0">
              <a:latin typeface="Fira Sans Bold" panose="020B080305000002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493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464646"/>
      </a:dk1>
      <a:lt1>
        <a:sysClr val="window" lastClr="FCFCFC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464646"/>
      </a:dk1>
      <a:lt1>
        <a:sysClr val="window" lastClr="FCFCFC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4</Words>
  <Application>Microsoft Office PowerPoint</Application>
  <PresentationFormat>自定义</PresentationFormat>
  <Paragraphs>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Fira Sans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FBIKdot</dc:creator>
  <cp:lastModifiedBy>Bovine Beta</cp:lastModifiedBy>
  <cp:revision>3</cp:revision>
  <dcterms:created xsi:type="dcterms:W3CDTF">2025-12-21T03:15:55Z</dcterms:created>
  <dcterms:modified xsi:type="dcterms:W3CDTF">2025-12-28T15:38:51Z</dcterms:modified>
</cp:coreProperties>
</file>